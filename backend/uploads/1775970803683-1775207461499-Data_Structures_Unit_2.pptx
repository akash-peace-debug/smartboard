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Structures - Unit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Stacks, Queues, and Linked Lists</a:t>
            </a:r>
          </a:p>
          <a:p>
            <a:r>
              <a:t>Prepared for learning purposes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Linear data structure</a:t>
            </a:r>
          </a:p>
          <a:p>
            <a:r>
              <a:t>• Follows LIFO (Last In First Out)</a:t>
            </a:r>
          </a:p>
          <a:p>
            <a:r>
              <a:t>• Operations: Push, Pop, Peek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Push: Insert element</a:t>
            </a:r>
          </a:p>
          <a:p>
            <a:r>
              <a:t>• Pop: Remove top element</a:t>
            </a:r>
          </a:p>
          <a:p>
            <a:r>
              <a:t>• Peek: View top element</a:t>
            </a:r>
          </a:p>
          <a:p>
            <a:r>
              <a:t>• isEmpty / isFull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Expression evaluation</a:t>
            </a:r>
          </a:p>
          <a:p>
            <a:r>
              <a:t>• Parenthesis checking</a:t>
            </a:r>
          </a:p>
          <a:p>
            <a:r>
              <a:t>• Undo/Redo operations</a:t>
            </a:r>
          </a:p>
          <a:p>
            <a:r>
              <a:t>• Function calls (recursion)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Linear data structure</a:t>
            </a:r>
          </a:p>
          <a:p>
            <a:r>
              <a:t>• Follows FIFO (First In First Out)</a:t>
            </a:r>
          </a:p>
          <a:p>
            <a:r>
              <a:t>• Operations: Enqueue, Dequeue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Queue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Enqueue: Add element</a:t>
            </a:r>
          </a:p>
          <a:p>
            <a:r>
              <a:t>• Dequeue: Remove element</a:t>
            </a:r>
          </a:p>
          <a:p>
            <a:r>
              <a:t>• Front and Rear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Simple Queue</a:t>
            </a:r>
          </a:p>
          <a:p>
            <a:r>
              <a:t>• Circular Queue</a:t>
            </a:r>
          </a:p>
          <a:p>
            <a:r>
              <a:t>• Priority Queue</a:t>
            </a:r>
          </a:p>
          <a:p>
            <a:r>
              <a:t>• Double Ended Queue (Deque)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Dynamic data structure</a:t>
            </a:r>
          </a:p>
          <a:p>
            <a:r>
              <a:t>• Elements stored in nodes</a:t>
            </a:r>
          </a:p>
          <a:p>
            <a:r>
              <a:t>• Each node has data + pointer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Singly Linked List</a:t>
            </a:r>
          </a:p>
          <a:p>
            <a:r>
              <a:t>• Doubly Linked List</a:t>
            </a:r>
          </a:p>
          <a:p>
            <a:r>
              <a:t>• Circular Linked List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Dynamic size</a:t>
            </a:r>
          </a:p>
          <a:p>
            <a:r>
              <a:t>• Efficient insertion/deletion</a:t>
            </a:r>
          </a:p>
          <a:p>
            <a:r>
              <a:t>• No memory wastage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 of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Extra memory for pointers</a:t>
            </a:r>
          </a:p>
          <a:p>
            <a:r>
              <a:t>• No random access</a:t>
            </a:r>
          </a:p>
          <a:p>
            <a:r>
              <a:t>• Traversal required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Stacks and Queues are linear structures</a:t>
            </a:r>
          </a:p>
          <a:p>
            <a:r>
              <a:t>• Linked Lists are dynamic</a:t>
            </a:r>
          </a:p>
          <a:p>
            <a:r>
              <a:t>• Important for real-world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